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  <p:sldId id="257" r:id="rId3"/>
    <p:sldId id="261" r:id="rId4"/>
    <p:sldId id="265" r:id="rId5"/>
    <p:sldId id="260" r:id="rId6"/>
    <p:sldId id="264" r:id="rId7"/>
    <p:sldId id="263" r:id="rId8"/>
    <p:sldId id="262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88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972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69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160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68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243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572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54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09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5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68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34240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80945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055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49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6280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785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8746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78111-46C6-4501-AE58-F21DCAA99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-1193800"/>
            <a:ext cx="8791575" cy="2387600"/>
          </a:xfrm>
        </p:spPr>
        <p:txBody>
          <a:bodyPr/>
          <a:lstStyle/>
          <a:p>
            <a:r>
              <a:rPr lang="es-MX" dirty="0"/>
              <a:t>Mascotashop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6E7487-27DD-454F-89E9-501B3A219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0212" y="4249185"/>
            <a:ext cx="12205252" cy="2387601"/>
          </a:xfrm>
        </p:spPr>
        <p:txBody>
          <a:bodyPr>
            <a:normAutofit fontScale="70000" lnSpcReduction="20000"/>
          </a:bodyPr>
          <a:lstStyle/>
          <a:p>
            <a:r>
              <a:rPr lang="es-MX" b="1" u="sng" dirty="0"/>
              <a:t>Nombre de modulo:</a:t>
            </a:r>
          </a:p>
          <a:p>
            <a:r>
              <a:rPr lang="es-MX" dirty="0"/>
              <a:t>Pgy3121</a:t>
            </a:r>
          </a:p>
          <a:p>
            <a:r>
              <a:rPr lang="es-MX" b="1" u="sng" dirty="0"/>
              <a:t>Integrantes:</a:t>
            </a:r>
          </a:p>
          <a:p>
            <a:r>
              <a:rPr lang="es-MX" dirty="0"/>
              <a:t>Matías cisternas</a:t>
            </a:r>
          </a:p>
          <a:p>
            <a:r>
              <a:rPr lang="es-MX" dirty="0"/>
              <a:t>Sebastián Vásquez</a:t>
            </a:r>
          </a:p>
          <a:p>
            <a:r>
              <a:rPr lang="es-MX" b="1" u="sng" dirty="0"/>
              <a:t>Sección:</a:t>
            </a:r>
          </a:p>
          <a:p>
            <a:r>
              <a:rPr lang="es-MX" dirty="0"/>
              <a:t>005d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595F0A-EA77-420E-A007-B8F74295A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894" y="221214"/>
            <a:ext cx="1688307" cy="112553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0A704A7-7D5F-45C5-8501-34C44505E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301" y="1346752"/>
            <a:ext cx="6632299" cy="273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01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BE1AB-4BB2-415E-8256-0FA218BA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Introducción: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CC607C-3160-4A5F-AF33-818FBFF95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US" dirty="0"/>
              <a:t>Un grupo de amigas comenzó a realizar la venta de productos para mascotas como bandanas, correas e identificaciones, todo esto para ayudar a una fundación sin fines de lucro, todo partió a través de las redes sociales, pero en la actualidad es casi imposible dar abasto a la demanda a través de las redes sociales. </a:t>
            </a:r>
          </a:p>
          <a:p>
            <a:r>
              <a:rPr lang="es-US" dirty="0"/>
              <a:t>Por eso, a contactado a los alumnos del </a:t>
            </a:r>
            <a:r>
              <a:rPr lang="es-US" dirty="0" err="1"/>
              <a:t>Duoc</a:t>
            </a:r>
            <a:r>
              <a:rPr lang="es-US" dirty="0"/>
              <a:t> para que puedan ayudarles a construir una aplicación web que permita a sus usuarios elaborar listas de compras con la intención de permitir a las amigas a ordenar sus presupuestos, mejorar sus finanzas, realizar el aporte a la fundación sin fines de lucro y mejorar la venta y el despacho de sus productos.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30279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Contextualización 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s-MX" smtClean="0"/>
              <a:t>Expondremos </a:t>
            </a:r>
            <a:r>
              <a:rPr lang="es-MX" smtClean="0"/>
              <a:t>sobre </a:t>
            </a:r>
            <a:r>
              <a:rPr lang="es-MX" dirty="0"/>
              <a:t>la forma de solución al problema presentado (caso de las mascotas), esto se realizara mediante la creación y funcionalidad de una pagina web que permitirá llegar a mas usuarios, mostrando así los productos y artículos que se tienen a la venta, con la búsqueda de poder dar un buen resultado en el aumento de clientes, con la intención de permitir a las amigas ordenar sus presupuestos, mejorar sus finanzas, poder realizar el aporte a la fundación sin fines de lucro y mejorar las ventas y el despacho de los productos.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51100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dEScripcion</a:t>
            </a:r>
            <a:r>
              <a:rPr lang="es-ES" dirty="0" smtClean="0"/>
              <a:t> de la construcción del sitio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En nuestro proyecto utilizamos  3 archivos CSS (1para el </a:t>
            </a:r>
            <a:r>
              <a:rPr lang="es-ES" dirty="0" err="1"/>
              <a:t>index</a:t>
            </a:r>
            <a:r>
              <a:rPr lang="es-ES" dirty="0"/>
              <a:t>, otro para somos.html y el ultimo para la galería)</a:t>
            </a:r>
          </a:p>
          <a:p>
            <a:r>
              <a:rPr lang="es-ES" dirty="0"/>
              <a:t>Usamos </a:t>
            </a:r>
            <a:r>
              <a:rPr lang="es-ES" dirty="0" err="1"/>
              <a:t>bootstrap</a:t>
            </a:r>
            <a:r>
              <a:rPr lang="es-ES" dirty="0"/>
              <a:t> para colocar un carrusel de fotos en el </a:t>
            </a:r>
            <a:r>
              <a:rPr lang="es-ES" dirty="0" err="1"/>
              <a:t>index</a:t>
            </a:r>
            <a:r>
              <a:rPr lang="es-ES" dirty="0"/>
              <a:t> y para colocar grupos de tarjetas en nuestra galería, también en quienes somos, utilizamos cajas en las cuales para explicamos nuestro objetivo, misión, etc.</a:t>
            </a:r>
          </a:p>
          <a:p>
            <a:r>
              <a:rPr lang="es-ES" dirty="0"/>
              <a:t>Distribuimos el contenido de nuestra pagina de la siguiente forma: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 </a:t>
            </a:r>
            <a:r>
              <a:rPr lang="es-ES" dirty="0" err="1"/>
              <a:t>Index</a:t>
            </a:r>
            <a:r>
              <a:rPr lang="es-ES" dirty="0"/>
              <a:t>: En el </a:t>
            </a:r>
            <a:r>
              <a:rPr lang="es-ES" dirty="0" err="1"/>
              <a:t>index</a:t>
            </a:r>
            <a:r>
              <a:rPr lang="es-ES" dirty="0"/>
              <a:t> colocamos un carrusel con 3 fotos relacionadas a mascotas, una imagen para dar paso a un pequeño texto sobre el cuidado de mascotas ( al dar </a:t>
            </a:r>
            <a:r>
              <a:rPr lang="es-ES" dirty="0" err="1"/>
              <a:t>click</a:t>
            </a:r>
            <a:r>
              <a:rPr lang="es-ES" dirty="0"/>
              <a:t> a la imagen, lo re direcciona a una pagina sobre cuidados de mascotas)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Quienes somos?: En esta parte de nuestra pagina explicamos el objetivo, la misión y nuestra visión al crear esta pagina, mediante un grupo de 3 tarjetas de texto, también, agregamos un video relacionado a una mascota.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Galería: En la galería tenemos distribuidas 6 imágenes en cajas con una pequeña descripción de los artículos a la venta en nuestra pagina.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4202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6B975-DED2-4C92-BE20-375A80A2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Imágenes:</a:t>
            </a:r>
            <a:endParaRPr lang="es-CL" dirty="0"/>
          </a:p>
        </p:txBody>
      </p:sp>
      <p:pic>
        <p:nvPicPr>
          <p:cNvPr id="12" name="Marcador de contenido 1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915" y="2799544"/>
            <a:ext cx="3867150" cy="18478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38" y="2799544"/>
            <a:ext cx="3581400" cy="1466850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2419003" y="2327564"/>
            <a:ext cx="3217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Navbar</a:t>
            </a:r>
            <a:endParaRPr lang="es-CL" dirty="0"/>
          </a:p>
        </p:txBody>
      </p:sp>
      <p:sp>
        <p:nvSpPr>
          <p:cNvPr id="4" name="Rectángulo 3"/>
          <p:cNvSpPr/>
          <p:nvPr/>
        </p:nvSpPr>
        <p:spPr>
          <a:xfrm>
            <a:off x="8050577" y="2319251"/>
            <a:ext cx="7691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err="1" smtClean="0"/>
              <a:t>Footer</a:t>
            </a:r>
            <a:endParaRPr lang="es-ES" dirty="0" smtClean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57804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5163" y="1783974"/>
            <a:ext cx="7302617" cy="3960119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5328459" y="872836"/>
            <a:ext cx="3366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 err="1" smtClean="0"/>
              <a:t>Index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1008463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7887" y="2249488"/>
            <a:ext cx="7313051" cy="3541712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4722812" y="115547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/>
              <a:t>¿Quiénes somos?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035323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4932" y="1965180"/>
            <a:ext cx="7415337" cy="3541712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5095701" y="1072341"/>
            <a:ext cx="3000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smtClean="0"/>
              <a:t>Galería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76142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6C355-B8FC-4328-AB3B-C1FE18CE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892" y="2847368"/>
            <a:ext cx="9905998" cy="1478570"/>
          </a:xfrm>
        </p:spPr>
        <p:txBody>
          <a:bodyPr/>
          <a:lstStyle/>
          <a:p>
            <a:pPr algn="ctr"/>
            <a:r>
              <a:rPr lang="es-MX" dirty="0"/>
              <a:t>Ahora vamos a la presentación del proyecto…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512566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268</TotalTime>
  <Words>457</Words>
  <Application>Microsoft Office PowerPoint</Application>
  <PresentationFormat>Panorámica</PresentationFormat>
  <Paragraphs>27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Tw Cen MT</vt:lpstr>
      <vt:lpstr>Circuito</vt:lpstr>
      <vt:lpstr>Mascotashop</vt:lpstr>
      <vt:lpstr>Introducción:</vt:lpstr>
      <vt:lpstr>Contextualización </vt:lpstr>
      <vt:lpstr>dEScripcion de la construcción del sitio</vt:lpstr>
      <vt:lpstr>Imágenes:</vt:lpstr>
      <vt:lpstr>Presentación de PowerPoint</vt:lpstr>
      <vt:lpstr>Presentación de PowerPoint</vt:lpstr>
      <vt:lpstr>Presentación de PowerPoint</vt:lpstr>
      <vt:lpstr>Ahora vamos a la presentación del proyecto…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Mascotas</dc:title>
  <dc:creator>Usuario</dc:creator>
  <cp:lastModifiedBy>Matías</cp:lastModifiedBy>
  <cp:revision>15</cp:revision>
  <dcterms:created xsi:type="dcterms:W3CDTF">2022-03-28T17:46:55Z</dcterms:created>
  <dcterms:modified xsi:type="dcterms:W3CDTF">2022-04-04T05:55:50Z</dcterms:modified>
</cp:coreProperties>
</file>